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118872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C89A53-FDB1-3246-993E-3A4460B95FEA}" v="3" dt="2026-05-24T19:35:53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91"/>
    <p:restoredTop sz="86438"/>
  </p:normalViewPr>
  <p:slideViewPr>
    <p:cSldViewPr snapToGrid="0">
      <p:cViewPr>
        <p:scale>
          <a:sx n="90" d="100"/>
          <a:sy n="90" d="100"/>
        </p:scale>
        <p:origin x="664" y="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Gusty Jr" userId="d86d0955-e552-4045-b293-16373c4b363a" providerId="ADAL" clId="{04B3878E-3875-596A-A4AB-991ECCD61A1A}"/>
    <pc:docChg chg="custSel addSld modSld">
      <pc:chgData name="Andrew Gusty Jr" userId="d86d0955-e552-4045-b293-16373c4b363a" providerId="ADAL" clId="{04B3878E-3875-596A-A4AB-991ECCD61A1A}" dt="2026-05-24T19:35:53.084" v="10" actId="478"/>
      <pc:docMkLst>
        <pc:docMk/>
      </pc:docMkLst>
      <pc:sldChg chg="addSp delSp modSp">
        <pc:chgData name="Andrew Gusty Jr" userId="d86d0955-e552-4045-b293-16373c4b363a" providerId="ADAL" clId="{04B3878E-3875-596A-A4AB-991ECCD61A1A}" dt="2026-05-24T19:35:53.084" v="10" actId="478"/>
        <pc:sldMkLst>
          <pc:docMk/>
          <pc:sldMk cId="2494169243" sldId="256"/>
        </pc:sldMkLst>
        <pc:picChg chg="add del mod">
          <ac:chgData name="Andrew Gusty Jr" userId="d86d0955-e552-4045-b293-16373c4b363a" providerId="ADAL" clId="{04B3878E-3875-596A-A4AB-991ECCD61A1A}" dt="2026-05-24T19:35:53.084" v="10" actId="478"/>
          <ac:picMkLst>
            <pc:docMk/>
            <pc:sldMk cId="2494169243" sldId="256"/>
            <ac:picMk id="8" creationId="{FF00ABB1-A314-789C-674E-BB32299D21D5}"/>
          </ac:picMkLst>
        </pc:picChg>
      </pc:sldChg>
      <pc:sldChg chg="addSp delSp modSp new mod">
        <pc:chgData name="Andrew Gusty Jr" userId="d86d0955-e552-4045-b293-16373c4b363a" providerId="ADAL" clId="{04B3878E-3875-596A-A4AB-991ECCD61A1A}" dt="2026-05-24T19:15:09.651" v="8" actId="732"/>
        <pc:sldMkLst>
          <pc:docMk/>
          <pc:sldMk cId="943992895" sldId="257"/>
        </pc:sldMkLst>
        <pc:spChg chg="del">
          <ac:chgData name="Andrew Gusty Jr" userId="d86d0955-e552-4045-b293-16373c4b363a" providerId="ADAL" clId="{04B3878E-3875-596A-A4AB-991ECCD61A1A}" dt="2026-05-24T19:14:29.978" v="2" actId="478"/>
          <ac:spMkLst>
            <pc:docMk/>
            <pc:sldMk cId="943992895" sldId="257"/>
            <ac:spMk id="2" creationId="{16D229F9-953D-1C1B-7CEB-BAE20BB93BD0}"/>
          </ac:spMkLst>
        </pc:spChg>
        <pc:spChg chg="del">
          <ac:chgData name="Andrew Gusty Jr" userId="d86d0955-e552-4045-b293-16373c4b363a" providerId="ADAL" clId="{04B3878E-3875-596A-A4AB-991ECCD61A1A}" dt="2026-05-24T19:14:27.566" v="1" actId="478"/>
          <ac:spMkLst>
            <pc:docMk/>
            <pc:sldMk cId="943992895" sldId="257"/>
            <ac:spMk id="3" creationId="{292DD057-610B-DED2-1017-35FE65B6AC25}"/>
          </ac:spMkLst>
        </pc:spChg>
        <pc:picChg chg="add mod modCrop">
          <ac:chgData name="Andrew Gusty Jr" userId="d86d0955-e552-4045-b293-16373c4b363a" providerId="ADAL" clId="{04B3878E-3875-596A-A4AB-991ECCD61A1A}" dt="2026-05-24T19:15:09.651" v="8" actId="732"/>
          <ac:picMkLst>
            <pc:docMk/>
            <pc:sldMk cId="943992895" sldId="257"/>
            <ac:picMk id="4" creationId="{445B004B-0D4C-B1EC-AB93-EA81613B96C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1795781"/>
            <a:ext cx="10104120" cy="3820160"/>
          </a:xfrm>
        </p:spPr>
        <p:txBody>
          <a:bodyPr anchor="b"/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763261"/>
            <a:ext cx="8915400" cy="2649219"/>
          </a:xfrm>
        </p:spPr>
        <p:txBody>
          <a:bodyPr/>
          <a:lstStyle>
            <a:lvl1pPr marL="0" indent="0" algn="ctr">
              <a:buNone/>
              <a:defRPr sz="3120"/>
            </a:lvl1pPr>
            <a:lvl2pPr marL="594360" indent="0" algn="ctr">
              <a:buNone/>
              <a:defRPr sz="2600"/>
            </a:lvl2pPr>
            <a:lvl3pPr marL="1188720" indent="0" algn="ctr">
              <a:buNone/>
              <a:defRPr sz="2340"/>
            </a:lvl3pPr>
            <a:lvl4pPr marL="1783080" indent="0" algn="ctr">
              <a:buNone/>
              <a:defRPr sz="2080"/>
            </a:lvl4pPr>
            <a:lvl5pPr marL="2377440" indent="0" algn="ctr">
              <a:buNone/>
              <a:defRPr sz="2080"/>
            </a:lvl5pPr>
            <a:lvl6pPr marL="2971800" indent="0" algn="ctr">
              <a:buNone/>
              <a:defRPr sz="2080"/>
            </a:lvl6pPr>
            <a:lvl7pPr marL="3566160" indent="0" algn="ctr">
              <a:buNone/>
              <a:defRPr sz="2080"/>
            </a:lvl7pPr>
            <a:lvl8pPr marL="4160520" indent="0" algn="ctr">
              <a:buNone/>
              <a:defRPr sz="2080"/>
            </a:lvl8pPr>
            <a:lvl9pPr marL="4754880" indent="0" algn="ctr">
              <a:buNone/>
              <a:defRPr sz="20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50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8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4" y="2735583"/>
            <a:ext cx="10252710" cy="4564379"/>
          </a:xfrm>
        </p:spPr>
        <p:txBody>
          <a:bodyPr anchor="b"/>
          <a:lstStyle>
            <a:lvl1pPr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4" y="7343143"/>
            <a:ext cx="10252710" cy="2400299"/>
          </a:xfrm>
        </p:spPr>
        <p:txBody>
          <a:bodyPr/>
          <a:lstStyle>
            <a:lvl1pPr marL="0" indent="0">
              <a:buNone/>
              <a:defRPr sz="3120">
                <a:solidFill>
                  <a:schemeClr val="tx1">
                    <a:tint val="82000"/>
                  </a:schemeClr>
                </a:solidFill>
              </a:defRPr>
            </a:lvl1pPr>
            <a:lvl2pPr marL="594360" indent="0">
              <a:buNone/>
              <a:defRPr sz="2600">
                <a:solidFill>
                  <a:schemeClr val="tx1">
                    <a:tint val="82000"/>
                  </a:schemeClr>
                </a:solidFill>
              </a:defRPr>
            </a:lvl2pPr>
            <a:lvl3pPr marL="1188720" indent="0">
              <a:buNone/>
              <a:defRPr sz="2340">
                <a:solidFill>
                  <a:schemeClr val="tx1">
                    <a:tint val="82000"/>
                  </a:schemeClr>
                </a:solidFill>
              </a:defRPr>
            </a:lvl3pPr>
            <a:lvl4pPr marL="178308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4pPr>
            <a:lvl5pPr marL="237744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5pPr>
            <a:lvl6pPr marL="297180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6pPr>
            <a:lvl7pPr marL="356616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7pPr>
            <a:lvl8pPr marL="416052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8pPr>
            <a:lvl9pPr marL="475488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8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2921000"/>
            <a:ext cx="505206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2921000"/>
            <a:ext cx="505206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6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3" y="584202"/>
            <a:ext cx="1025271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5" y="2689861"/>
            <a:ext cx="5028842" cy="1318259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4360" indent="0">
              <a:buNone/>
              <a:defRPr sz="2600" b="1"/>
            </a:lvl2pPr>
            <a:lvl3pPr marL="1188720" indent="0">
              <a:buNone/>
              <a:defRPr sz="2340" b="1"/>
            </a:lvl3pPr>
            <a:lvl4pPr marL="1783080" indent="0">
              <a:buNone/>
              <a:defRPr sz="2080" b="1"/>
            </a:lvl4pPr>
            <a:lvl5pPr marL="2377440" indent="0">
              <a:buNone/>
              <a:defRPr sz="2080" b="1"/>
            </a:lvl5pPr>
            <a:lvl6pPr marL="2971800" indent="0">
              <a:buNone/>
              <a:defRPr sz="2080" b="1"/>
            </a:lvl6pPr>
            <a:lvl7pPr marL="3566160" indent="0">
              <a:buNone/>
              <a:defRPr sz="2080" b="1"/>
            </a:lvl7pPr>
            <a:lvl8pPr marL="4160520" indent="0">
              <a:buNone/>
              <a:defRPr sz="2080" b="1"/>
            </a:lvl8pPr>
            <a:lvl9pPr marL="4754880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5" y="4008120"/>
            <a:ext cx="5028842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6" y="2689861"/>
            <a:ext cx="5053608" cy="1318259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4360" indent="0">
              <a:buNone/>
              <a:defRPr sz="2600" b="1"/>
            </a:lvl2pPr>
            <a:lvl3pPr marL="1188720" indent="0">
              <a:buNone/>
              <a:defRPr sz="2340" b="1"/>
            </a:lvl3pPr>
            <a:lvl4pPr marL="1783080" indent="0">
              <a:buNone/>
              <a:defRPr sz="2080" b="1"/>
            </a:lvl4pPr>
            <a:lvl5pPr marL="2377440" indent="0">
              <a:buNone/>
              <a:defRPr sz="2080" b="1"/>
            </a:lvl5pPr>
            <a:lvl6pPr marL="2971800" indent="0">
              <a:buNone/>
              <a:defRPr sz="2080" b="1"/>
            </a:lvl6pPr>
            <a:lvl7pPr marL="3566160" indent="0">
              <a:buNone/>
              <a:defRPr sz="2080" b="1"/>
            </a:lvl7pPr>
            <a:lvl8pPr marL="4160520" indent="0">
              <a:buNone/>
              <a:defRPr sz="2080" b="1"/>
            </a:lvl8pPr>
            <a:lvl9pPr marL="4754880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6" y="4008120"/>
            <a:ext cx="5053608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3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4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731520"/>
            <a:ext cx="3833931" cy="2560320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08" y="1579882"/>
            <a:ext cx="6017895" cy="7797800"/>
          </a:xfrm>
        </p:spPr>
        <p:txBody>
          <a:bodyPr/>
          <a:lstStyle>
            <a:lvl1pPr>
              <a:defRPr sz="4160"/>
            </a:lvl1pPr>
            <a:lvl2pPr>
              <a:defRPr sz="3640"/>
            </a:lvl2pPr>
            <a:lvl3pPr>
              <a:defRPr sz="312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3291840"/>
            <a:ext cx="3833931" cy="6098541"/>
          </a:xfrm>
        </p:spPr>
        <p:txBody>
          <a:bodyPr/>
          <a:lstStyle>
            <a:lvl1pPr marL="0" indent="0">
              <a:buNone/>
              <a:defRPr sz="2080"/>
            </a:lvl1pPr>
            <a:lvl2pPr marL="594360" indent="0">
              <a:buNone/>
              <a:defRPr sz="1820"/>
            </a:lvl2pPr>
            <a:lvl3pPr marL="1188720" indent="0">
              <a:buNone/>
              <a:defRPr sz="1560"/>
            </a:lvl3pPr>
            <a:lvl4pPr marL="1783080" indent="0">
              <a:buNone/>
              <a:defRPr sz="1300"/>
            </a:lvl4pPr>
            <a:lvl5pPr marL="2377440" indent="0">
              <a:buNone/>
              <a:defRPr sz="1300"/>
            </a:lvl5pPr>
            <a:lvl6pPr marL="2971800" indent="0">
              <a:buNone/>
              <a:defRPr sz="1300"/>
            </a:lvl6pPr>
            <a:lvl7pPr marL="3566160" indent="0">
              <a:buNone/>
              <a:defRPr sz="1300"/>
            </a:lvl7pPr>
            <a:lvl8pPr marL="4160520" indent="0">
              <a:buNone/>
              <a:defRPr sz="1300"/>
            </a:lvl8pPr>
            <a:lvl9pPr marL="475488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731520"/>
            <a:ext cx="3833931" cy="2560320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08" y="1579882"/>
            <a:ext cx="6017895" cy="7797800"/>
          </a:xfrm>
        </p:spPr>
        <p:txBody>
          <a:bodyPr anchor="t"/>
          <a:lstStyle>
            <a:lvl1pPr marL="0" indent="0">
              <a:buNone/>
              <a:defRPr sz="4160"/>
            </a:lvl1pPr>
            <a:lvl2pPr marL="594360" indent="0">
              <a:buNone/>
              <a:defRPr sz="3640"/>
            </a:lvl2pPr>
            <a:lvl3pPr marL="1188720" indent="0">
              <a:buNone/>
              <a:defRPr sz="3120"/>
            </a:lvl3pPr>
            <a:lvl4pPr marL="1783080" indent="0">
              <a:buNone/>
              <a:defRPr sz="2600"/>
            </a:lvl4pPr>
            <a:lvl5pPr marL="2377440" indent="0">
              <a:buNone/>
              <a:defRPr sz="2600"/>
            </a:lvl5pPr>
            <a:lvl6pPr marL="2971800" indent="0">
              <a:buNone/>
              <a:defRPr sz="2600"/>
            </a:lvl6pPr>
            <a:lvl7pPr marL="3566160" indent="0">
              <a:buNone/>
              <a:defRPr sz="2600"/>
            </a:lvl7pPr>
            <a:lvl8pPr marL="4160520" indent="0">
              <a:buNone/>
              <a:defRPr sz="2600"/>
            </a:lvl8pPr>
            <a:lvl9pPr marL="4754880" indent="0">
              <a:buNone/>
              <a:defRPr sz="2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3291840"/>
            <a:ext cx="3833931" cy="6098541"/>
          </a:xfrm>
        </p:spPr>
        <p:txBody>
          <a:bodyPr/>
          <a:lstStyle>
            <a:lvl1pPr marL="0" indent="0">
              <a:buNone/>
              <a:defRPr sz="2080"/>
            </a:lvl1pPr>
            <a:lvl2pPr marL="594360" indent="0">
              <a:buNone/>
              <a:defRPr sz="1820"/>
            </a:lvl2pPr>
            <a:lvl3pPr marL="1188720" indent="0">
              <a:buNone/>
              <a:defRPr sz="1560"/>
            </a:lvl3pPr>
            <a:lvl4pPr marL="1783080" indent="0">
              <a:buNone/>
              <a:defRPr sz="1300"/>
            </a:lvl4pPr>
            <a:lvl5pPr marL="2377440" indent="0">
              <a:buNone/>
              <a:defRPr sz="1300"/>
            </a:lvl5pPr>
            <a:lvl6pPr marL="2971800" indent="0">
              <a:buNone/>
              <a:defRPr sz="1300"/>
            </a:lvl6pPr>
            <a:lvl7pPr marL="3566160" indent="0">
              <a:buNone/>
              <a:defRPr sz="1300"/>
            </a:lvl7pPr>
            <a:lvl8pPr marL="4160520" indent="0">
              <a:buNone/>
              <a:defRPr sz="1300"/>
            </a:lvl8pPr>
            <a:lvl9pPr marL="475488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98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7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78" y="584200"/>
            <a:ext cx="2563178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584200"/>
            <a:ext cx="7540943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3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584202"/>
            <a:ext cx="1025271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2921000"/>
            <a:ext cx="1025271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10170162"/>
            <a:ext cx="26746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0CC81-49E0-EE46-AF8A-75B7391947BC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10170162"/>
            <a:ext cx="401193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10170162"/>
            <a:ext cx="26746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AC4EE-4789-C541-B1F9-C518A3D28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1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88720" rtl="0" eaLnBrk="1" latinLnBrk="0" hangingPunct="1">
        <a:lnSpc>
          <a:spcPct val="90000"/>
        </a:lnSpc>
        <a:spcBef>
          <a:spcPct val="0"/>
        </a:spcBef>
        <a:buNone/>
        <a:defRPr sz="5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72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590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8026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462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898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334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770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5206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72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308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744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7180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6052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488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7C2265-8842-6371-BDF2-2751A5E32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071" y="6313845"/>
            <a:ext cx="6713055" cy="4475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EF637B-25DD-03B8-39AC-80B0431C3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379" y="60564"/>
            <a:ext cx="6214441" cy="625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169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5B004B-0D4C-B1EC-AB93-EA81613B9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7" t="6421" r="8823" b="9354"/>
          <a:stretch>
            <a:fillRect/>
          </a:stretch>
        </p:blipFill>
        <p:spPr>
          <a:xfrm>
            <a:off x="2603500" y="1524000"/>
            <a:ext cx="6540500" cy="765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9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Gusty Jr</dc:creator>
  <cp:lastModifiedBy>Andrew Gusty Jr</cp:lastModifiedBy>
  <cp:revision>1</cp:revision>
  <dcterms:created xsi:type="dcterms:W3CDTF">2026-05-24T19:10:33Z</dcterms:created>
  <dcterms:modified xsi:type="dcterms:W3CDTF">2026-05-24T19:36:03Z</dcterms:modified>
</cp:coreProperties>
</file>